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" charset="1" panose="020F0502020204030204"/>
      <p:regular r:id="rId16"/>
    </p:embeddedFont>
    <p:embeddedFont>
      <p:font typeface="Arial Bold Italics" charset="1" panose="020B0704020202090204"/>
      <p:regular r:id="rId17"/>
    </p:embeddedFont>
    <p:embeddedFont>
      <p:font typeface="Tahoma" charset="1" panose="020B0604030504040204"/>
      <p:regular r:id="rId19"/>
    </p:embeddedFont>
    <p:embeddedFont>
      <p:font typeface="Arial" charset="1" panose="020B0604020202020204"/>
      <p:regular r:id="rId20"/>
    </p:embeddedFont>
    <p:embeddedFont>
      <p:font typeface="Arial Bold" charset="1" panose="020B0704020202020204"/>
      <p:regular r:id="rId21"/>
    </p:embeddedFont>
    <p:embeddedFont>
      <p:font typeface="Arial Italics" charset="1" panose="020B060402020209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8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8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storcenter.com.br/post/o-que-e-lubuntu?utm_source=chatgpt.com" TargetMode="External" Type="http://schemas.openxmlformats.org/officeDocument/2006/relationships/hyperlink"/><Relationship Id="rId11" Target="https://help.ubuntu.com/community/Installation/FromUSBStick?utm_source=chatgpt.com" TargetMode="External" Type="http://schemas.openxmlformats.org/officeDocument/2006/relationships/hyperlink"/><Relationship Id="rId12" Target="https://www.youtube.com/watch?v=643iuf37tO8&amp;utm_source=chatgpt.com" TargetMode="External" Type="http://schemas.openxmlformats.org/officeDocument/2006/relationships/hyperlink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Relationship Id="rId7" Target="../media/image2.png" Type="http://schemas.openxmlformats.org/officeDocument/2006/relationships/image"/><Relationship Id="rId8" Target="https://www.controle.net/faq/o-que-e-lubuntu?utm_source=chatgpt.com" TargetMode="External" Type="http://schemas.openxmlformats.org/officeDocument/2006/relationships/hyperlink"/><Relationship Id="rId9" Target="https://manual.lubuntu.me/stable/1/1.3/installation.html?utm_source=chatgpt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61" t="0" r="-561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52" r="0" b="-18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31" t="0" r="-43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" y="1435608"/>
            <a:ext cx="18285714" cy="86868"/>
            <a:chOff x="0" y="0"/>
            <a:chExt cx="24380952" cy="115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13" r="0" b="-482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83755" y="1699203"/>
            <a:ext cx="9615154" cy="89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40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Apresentação de Sistemas Operacionais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54588" y="3201333"/>
            <a:ext cx="13368147" cy="87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7"/>
              </a:lnSpc>
            </a:pPr>
            <a:r>
              <a:rPr lang="en-US" b="true" sz="4788" i="true">
                <a:solidFill>
                  <a:srgbClr val="00206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INSTALAÇÃO DO SISTEMA OPERACIONAL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5549" y="4132459"/>
            <a:ext cx="3502352" cy="97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9"/>
              </a:lnSpc>
            </a:pPr>
            <a:r>
              <a:rPr lang="en-US" b="true" sz="4791" i="true">
                <a:solidFill>
                  <a:srgbClr val="00206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LUBUNTU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188" y="5769721"/>
            <a:ext cx="6123099" cy="65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2"/>
              </a:lnSpc>
            </a:pPr>
            <a:r>
              <a:rPr lang="en-US" b="true" sz="3600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Evelyn de Oliveira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" y="1362456"/>
            <a:ext cx="18285714" cy="86868"/>
            <a:chOff x="0" y="0"/>
            <a:chExt cx="24380952" cy="115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3" r="0" b="-48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6656" y="2830068"/>
            <a:ext cx="16349282" cy="1736598"/>
            <a:chOff x="0" y="0"/>
            <a:chExt cx="21799042" cy="2315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99042" cy="2315464"/>
            </a:xfrm>
            <a:custGeom>
              <a:avLst/>
              <a:gdLst/>
              <a:ahLst/>
              <a:cxnLst/>
              <a:rect r="r" b="b" t="t" l="l"/>
              <a:pathLst>
                <a:path h="2315464" w="21799042">
                  <a:moveTo>
                    <a:pt x="0" y="0"/>
                  </a:moveTo>
                  <a:lnTo>
                    <a:pt x="21799042" y="0"/>
                  </a:lnTo>
                  <a:lnTo>
                    <a:pt x="21799042" y="2315464"/>
                  </a:lnTo>
                  <a:lnTo>
                    <a:pt x="0" y="2315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4" t="0" r="-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6656" y="5591556"/>
            <a:ext cx="16349282" cy="3346542"/>
            <a:chOff x="0" y="0"/>
            <a:chExt cx="21799042" cy="4462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99042" cy="4462018"/>
            </a:xfrm>
            <a:custGeom>
              <a:avLst/>
              <a:gdLst/>
              <a:ahLst/>
              <a:cxnLst/>
              <a:rect r="r" b="b" t="t" l="l"/>
              <a:pathLst>
                <a:path h="4462018" w="21799042">
                  <a:moveTo>
                    <a:pt x="0" y="0"/>
                  </a:moveTo>
                  <a:lnTo>
                    <a:pt x="21799042" y="0"/>
                  </a:lnTo>
                  <a:lnTo>
                    <a:pt x="21799042" y="4462018"/>
                  </a:lnTo>
                  <a:lnTo>
                    <a:pt x="0" y="4462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61" t="0" r="-561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852" r="0" b="-185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31" t="0" r="-43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26929" y="100346"/>
            <a:ext cx="6057900" cy="105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4"/>
              </a:lnSpc>
            </a:pPr>
            <a:r>
              <a:rPr lang="en-US" sz="5259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Sistema Lubuntu ?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474" y="1827867"/>
            <a:ext cx="3712502" cy="81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4066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 que é ?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1402" y="3014415"/>
            <a:ext cx="17248337" cy="39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Lubuntu é uma distribuição Linux baseada no sistema operacional Ubuntu, projetada para ser leve e rápida. Utilizando o ambiente de desktop LXQt, esse sistema operacional é ideal para computadores com hardware modesto, oferecendo um desempenho eficiente e sem sacrificar suas funcionalidades, Mantém a compatibilidade com os repositórios do Ubuntu, garantindo assim o acesso a uma ampla variedade de softwares e atualizações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4031"/>
              </a:lnSpc>
            </a:pPr>
          </a:p>
          <a:p>
            <a:pPr algn="l">
              <a:lnSpc>
                <a:spcPts val="4031"/>
              </a:lnSpc>
            </a:pPr>
          </a:p>
          <a:p>
            <a:pPr algn="l">
              <a:lnSpc>
                <a:spcPts val="4031"/>
              </a:lnSpc>
            </a:pPr>
          </a:p>
          <a:p>
            <a:pPr algn="l">
              <a:lnSpc>
                <a:spcPts val="4031"/>
              </a:lnSpc>
            </a:pPr>
          </a:p>
          <a:p>
            <a:pPr algn="l">
              <a:lnSpc>
                <a:spcPts val="403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52474" y="4543549"/>
            <a:ext cx="5617331" cy="106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407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Vantagens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2474" y="5689959"/>
            <a:ext cx="15390266" cy="324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Leve e rápido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consome poucos recursos do computador.</a:t>
            </a:r>
          </a:p>
          <a:p>
            <a:pPr algn="l">
              <a:lnSpc>
                <a:spcPts val="4073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Baixo consumo de memória e CPU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o ambiente LXQt foi desenvolvido para ser leve.</a:t>
            </a:r>
          </a:p>
          <a:p>
            <a:pPr algn="l">
              <a:lnSpc>
                <a:spcPts val="4073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Atualizações de segurança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recebe atualizações e correções por ser baseado no Ubuntu</a:t>
            </a:r>
          </a:p>
          <a:p>
            <a:pPr algn="l">
              <a:lnSpc>
                <a:spcPts val="4073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Prolonga a vida útil de computadores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permite aproveitar equipamentos antigos em vez de substituí-los.</a:t>
            </a:r>
          </a:p>
          <a:p>
            <a:pPr algn="l">
              <a:lnSpc>
                <a:spcPts val="4073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Simples manutenção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por possuir menos sobrecarga de software, o sistema tende a ser mais simples de administrar.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" y="1417320"/>
            <a:ext cx="18285714" cy="86868"/>
            <a:chOff x="0" y="0"/>
            <a:chExt cx="24380952" cy="115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3" r="0" b="-48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1406" y="2734818"/>
            <a:ext cx="17513618" cy="4140517"/>
            <a:chOff x="0" y="0"/>
            <a:chExt cx="23351490" cy="5520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1489" cy="5520690"/>
            </a:xfrm>
            <a:custGeom>
              <a:avLst/>
              <a:gdLst/>
              <a:ahLst/>
              <a:cxnLst/>
              <a:rect r="r" b="b" t="t" l="l"/>
              <a:pathLst>
                <a:path h="5520690" w="23351489">
                  <a:moveTo>
                    <a:pt x="0" y="0"/>
                  </a:moveTo>
                  <a:lnTo>
                    <a:pt x="23351489" y="0"/>
                  </a:lnTo>
                  <a:lnTo>
                    <a:pt x="23351489" y="5520690"/>
                  </a:lnTo>
                  <a:lnTo>
                    <a:pt x="0" y="552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t="0" r="-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61" t="0" r="-56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52" r="0" b="-18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31" t="0" r="-43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8543" y="-47777"/>
            <a:ext cx="7503481" cy="14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8"/>
              </a:lnSpc>
            </a:pPr>
            <a:r>
              <a:rPr lang="en-US" sz="5547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Instrução de Instalação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295" y="2780043"/>
            <a:ext cx="7836208" cy="556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Baixar o Lubuntu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site oficial do Lubuntu.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Baixe a imagem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ISO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versão desejada.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ISO é o arquivo que contém os arquivos necessários para instalar o sistema.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Criar um pendrive bootável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 um pendrive para colocar a imagem ISO.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programa como o Rufus ou outra ferramenta de criação de mídia pode ser utilizado.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processo pode apagar os arquivos existentes no pendrive, portanto é importante fazer backup antes.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4039"/>
              </a:lnSpc>
            </a:pPr>
          </a:p>
          <a:p>
            <a:pPr algn="just">
              <a:lnSpc>
                <a:spcPts val="403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145143" y="1784518"/>
            <a:ext cx="9142857" cy="5049545"/>
            <a:chOff x="0" y="0"/>
            <a:chExt cx="12190476" cy="67327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0476" cy="6732778"/>
            </a:xfrm>
            <a:custGeom>
              <a:avLst/>
              <a:gdLst/>
              <a:ahLst/>
              <a:cxnLst/>
              <a:rect r="r" b="b" t="t" l="l"/>
              <a:pathLst>
                <a:path h="6732778" w="12190476">
                  <a:moveTo>
                    <a:pt x="0" y="0"/>
                  </a:moveTo>
                  <a:lnTo>
                    <a:pt x="12190476" y="0"/>
                  </a:lnTo>
                  <a:lnTo>
                    <a:pt x="12190476" y="6732778"/>
                  </a:lnTo>
                  <a:lnTo>
                    <a:pt x="0" y="6732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7394" t="-40331" r="-25930" b="-1574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5143" y="6551762"/>
            <a:ext cx="9014784" cy="3392338"/>
            <a:chOff x="0" y="0"/>
            <a:chExt cx="12019712" cy="45231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19661" cy="4523105"/>
            </a:xfrm>
            <a:custGeom>
              <a:avLst/>
              <a:gdLst/>
              <a:ahLst/>
              <a:cxnLst/>
              <a:rect r="r" b="b" t="t" l="l"/>
              <a:pathLst>
                <a:path h="4523105" w="12019661">
                  <a:moveTo>
                    <a:pt x="0" y="0"/>
                  </a:moveTo>
                  <a:lnTo>
                    <a:pt x="12019661" y="0"/>
                  </a:lnTo>
                  <a:lnTo>
                    <a:pt x="12019661" y="4523105"/>
                  </a:lnTo>
                  <a:lnTo>
                    <a:pt x="0" y="4523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671" r="0" b="-3173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" y="1417320"/>
            <a:ext cx="18285714" cy="86868"/>
            <a:chOff x="0" y="0"/>
            <a:chExt cx="24380952" cy="115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3" r="0" b="-48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1406" y="2734818"/>
            <a:ext cx="17513618" cy="4140517"/>
            <a:chOff x="0" y="0"/>
            <a:chExt cx="23351490" cy="5520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1489" cy="5520690"/>
            </a:xfrm>
            <a:custGeom>
              <a:avLst/>
              <a:gdLst/>
              <a:ahLst/>
              <a:cxnLst/>
              <a:rect r="r" b="b" t="t" l="l"/>
              <a:pathLst>
                <a:path h="5520690" w="23351489">
                  <a:moveTo>
                    <a:pt x="0" y="0"/>
                  </a:moveTo>
                  <a:lnTo>
                    <a:pt x="23351489" y="0"/>
                  </a:lnTo>
                  <a:lnTo>
                    <a:pt x="23351489" y="5520690"/>
                  </a:lnTo>
                  <a:lnTo>
                    <a:pt x="0" y="552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t="0" r="-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61" t="0" r="-56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52" r="0" b="-18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31" t="0" r="-43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8543" y="-47777"/>
            <a:ext cx="7503481" cy="14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8"/>
              </a:lnSpc>
            </a:pPr>
            <a:r>
              <a:rPr lang="en-US" sz="5547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Instrução de Instalação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96882" y="4072528"/>
            <a:ext cx="7083190" cy="5752529"/>
            <a:chOff x="0" y="0"/>
            <a:chExt cx="9444253" cy="76700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44228" cy="7670038"/>
            </a:xfrm>
            <a:custGeom>
              <a:avLst/>
              <a:gdLst/>
              <a:ahLst/>
              <a:cxnLst/>
              <a:rect r="r" b="b" t="t" l="l"/>
              <a:pathLst>
                <a:path h="7670038" w="9444228">
                  <a:moveTo>
                    <a:pt x="0" y="0"/>
                  </a:moveTo>
                  <a:lnTo>
                    <a:pt x="9444228" y="0"/>
                  </a:lnTo>
                  <a:lnTo>
                    <a:pt x="9444228" y="7670038"/>
                  </a:lnTo>
                  <a:lnTo>
                    <a:pt x="0" y="7670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5393" b="-757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818356" y="6743271"/>
            <a:ext cx="4167892" cy="1322556"/>
            <a:chOff x="0" y="0"/>
            <a:chExt cx="5557190" cy="17634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7139" cy="1763395"/>
            </a:xfrm>
            <a:custGeom>
              <a:avLst/>
              <a:gdLst/>
              <a:ahLst/>
              <a:cxnLst/>
              <a:rect r="r" b="b" t="t" l="l"/>
              <a:pathLst>
                <a:path h="1763395" w="5557139">
                  <a:moveTo>
                    <a:pt x="0" y="0"/>
                  </a:moveTo>
                  <a:lnTo>
                    <a:pt x="5557139" y="0"/>
                  </a:lnTo>
                  <a:lnTo>
                    <a:pt x="5557139" y="1763395"/>
                  </a:lnTo>
                  <a:lnTo>
                    <a:pt x="0" y="1763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37711" t="-62057" r="-16436" b="-46541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116104" y="2088109"/>
            <a:ext cx="6870144" cy="3741363"/>
            <a:chOff x="0" y="0"/>
            <a:chExt cx="9160192" cy="49884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60256" cy="4988433"/>
            </a:xfrm>
            <a:custGeom>
              <a:avLst/>
              <a:gdLst/>
              <a:ahLst/>
              <a:cxnLst/>
              <a:rect r="r" b="b" t="t" l="l"/>
              <a:pathLst>
                <a:path h="4988433" w="9160256">
                  <a:moveTo>
                    <a:pt x="0" y="0"/>
                  </a:moveTo>
                  <a:lnTo>
                    <a:pt x="9160256" y="0"/>
                  </a:lnTo>
                  <a:lnTo>
                    <a:pt x="9160256" y="4988433"/>
                  </a:lnTo>
                  <a:lnTo>
                    <a:pt x="0" y="4988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9201" t="-44226" r="-44266" b="-4518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63295" y="2780043"/>
            <a:ext cx="5303387" cy="686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Iniciar o computador pelo pendrive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Conecte o pendrive ao computador.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Reinicie a máquina.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 o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Boot Menu/BIOS/UEFI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utilizando a tecla correspondente ao computador, como F12, F2, Esc ou Del.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o pendrive como dispositivo de inicialização.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Iniciar o Lubuntu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Após iniciar pelo pendrive, aparecerá a tela inicial do Lubuntu.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“Try or Install Lubuntu”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possível testar o sistema antes de instalá-lo ou iniciar diretamente a instalação.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4039"/>
              </a:lnSpc>
            </a:pPr>
          </a:p>
          <a:p>
            <a:pPr algn="just">
              <a:lnSpc>
                <a:spcPts val="40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" y="1417320"/>
            <a:ext cx="18285714" cy="86868"/>
            <a:chOff x="0" y="0"/>
            <a:chExt cx="24380952" cy="115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3" r="0" b="-48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1406" y="2734818"/>
            <a:ext cx="17513618" cy="4140517"/>
            <a:chOff x="0" y="0"/>
            <a:chExt cx="23351490" cy="5520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51489" cy="5520690"/>
            </a:xfrm>
            <a:custGeom>
              <a:avLst/>
              <a:gdLst/>
              <a:ahLst/>
              <a:cxnLst/>
              <a:rect r="r" b="b" t="t" l="l"/>
              <a:pathLst>
                <a:path h="5520690" w="23351489">
                  <a:moveTo>
                    <a:pt x="0" y="0"/>
                  </a:moveTo>
                  <a:lnTo>
                    <a:pt x="23351489" y="0"/>
                  </a:lnTo>
                  <a:lnTo>
                    <a:pt x="23351489" y="5520690"/>
                  </a:lnTo>
                  <a:lnTo>
                    <a:pt x="0" y="552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t="0" r="-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61" t="0" r="-56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52" r="0" b="-18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31" t="0" r="-43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8543" y="-47777"/>
            <a:ext cx="7503481" cy="14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8"/>
              </a:lnSpc>
            </a:pPr>
            <a:r>
              <a:rPr lang="en-US" sz="5547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Instrução de Instalação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295" y="2179644"/>
            <a:ext cx="7473372" cy="71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 Escolher o idioma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Português (Brasil)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Confirme para continuar.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6. Iniciar a instalação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a opção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“Install Lubuntu”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instalador apresentará as etapas necessárias para configurar o sistema.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7. Configurar o computador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Durante a instalação, serão solicitadas informações como: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Idioma;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Região/fuso horário;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Layout do teclado;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Usuário;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computador;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Senha.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4039"/>
              </a:lnSpc>
            </a:pPr>
          </a:p>
          <a:p>
            <a:pPr algn="just">
              <a:lnSpc>
                <a:spcPts val="403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8536676" y="1842449"/>
            <a:ext cx="5220271" cy="3500657"/>
            <a:chOff x="0" y="0"/>
            <a:chExt cx="6960362" cy="46675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60362" cy="4667504"/>
            </a:xfrm>
            <a:custGeom>
              <a:avLst/>
              <a:gdLst/>
              <a:ahLst/>
              <a:cxnLst/>
              <a:rect r="r" b="b" t="t" l="l"/>
              <a:pathLst>
                <a:path h="4667504" w="6960362">
                  <a:moveTo>
                    <a:pt x="0" y="0"/>
                  </a:moveTo>
                  <a:lnTo>
                    <a:pt x="6960362" y="0"/>
                  </a:lnTo>
                  <a:lnTo>
                    <a:pt x="6960362" y="4667504"/>
                  </a:lnTo>
                  <a:lnTo>
                    <a:pt x="0" y="466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6015" t="-22023" r="-43530" b="-285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36676" y="5821851"/>
            <a:ext cx="5346792" cy="3328978"/>
            <a:chOff x="0" y="0"/>
            <a:chExt cx="7129056" cy="44386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29018" cy="4438650"/>
            </a:xfrm>
            <a:custGeom>
              <a:avLst/>
              <a:gdLst/>
              <a:ahLst/>
              <a:cxnLst/>
              <a:rect r="r" b="b" t="t" l="l"/>
              <a:pathLst>
                <a:path h="4438650" w="7129018">
                  <a:moveTo>
                    <a:pt x="0" y="0"/>
                  </a:moveTo>
                  <a:lnTo>
                    <a:pt x="7129018" y="0"/>
                  </a:lnTo>
                  <a:lnTo>
                    <a:pt x="7129018" y="4438650"/>
                  </a:lnTo>
                  <a:lnTo>
                    <a:pt x="0" y="443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30704" b="-1802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953782" y="1842449"/>
            <a:ext cx="4516755" cy="3152632"/>
            <a:chOff x="0" y="0"/>
            <a:chExt cx="6022340" cy="4203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22340" cy="4203573"/>
            </a:xfrm>
            <a:custGeom>
              <a:avLst/>
              <a:gdLst/>
              <a:ahLst/>
              <a:cxnLst/>
              <a:rect r="r" b="b" t="t" l="l"/>
              <a:pathLst>
                <a:path h="4203573" w="6022340">
                  <a:moveTo>
                    <a:pt x="0" y="0"/>
                  </a:moveTo>
                  <a:lnTo>
                    <a:pt x="6022340" y="0"/>
                  </a:lnTo>
                  <a:lnTo>
                    <a:pt x="6022340" y="4203573"/>
                  </a:lnTo>
                  <a:lnTo>
                    <a:pt x="0" y="4203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35804" b="-938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" y="1417320"/>
            <a:ext cx="18285714" cy="86868"/>
            <a:chOff x="0" y="0"/>
            <a:chExt cx="24380952" cy="1158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3" r="0" b="-48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1406" y="2734818"/>
            <a:ext cx="14199127" cy="4140517"/>
            <a:chOff x="0" y="0"/>
            <a:chExt cx="18932169" cy="5520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32144" cy="5520690"/>
            </a:xfrm>
            <a:custGeom>
              <a:avLst/>
              <a:gdLst/>
              <a:ahLst/>
              <a:cxnLst/>
              <a:rect r="r" b="b" t="t" l="l"/>
              <a:pathLst>
                <a:path h="5520690" w="18932144">
                  <a:moveTo>
                    <a:pt x="0" y="0"/>
                  </a:moveTo>
                  <a:lnTo>
                    <a:pt x="18932144" y="0"/>
                  </a:lnTo>
                  <a:lnTo>
                    <a:pt x="18932144" y="5520690"/>
                  </a:lnTo>
                  <a:lnTo>
                    <a:pt x="0" y="5520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747" t="0" r="-117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61" t="0" r="-561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52" r="0" b="-18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31" t="0" r="-43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8543" y="-47777"/>
            <a:ext cx="7503481" cy="14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8"/>
              </a:lnSpc>
            </a:pPr>
            <a:r>
              <a:rPr lang="en-US" sz="5547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Instrução de Instalação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295" y="2145421"/>
            <a:ext cx="13123545" cy="71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8. Escolher o tipo de instalação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Nessa etapa é necessário definir como o Lubuntu será instalado no armazenamento.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o computador será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exclusivamente Lubuntu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pode-se escolher a opção de utilizar o disco para a instalação.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houver outro sistema operacional, como Windows, é necessário ter cuidado com o particionamento para não apagar os arquivos existentes. 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9. Confirmar a instalação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Revise as configurações apresentadas.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Install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depois confirme a instalação.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instalador começará a copiar os arquivos e configurar o sistema. 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10. Reiniciar o computador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terminar, selecione </a:t>
            </a:r>
            <a:r>
              <a:rPr lang="en-US" sz="21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“Reboot now”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Remova o pendrive quando solicitado.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computador será reiniciado e deverá iniciar o Lubuntu instalado.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just">
              <a:lnSpc>
                <a:spcPts val="4039"/>
              </a:lnSpc>
            </a:pPr>
          </a:p>
          <a:p>
            <a:pPr algn="just">
              <a:lnSpc>
                <a:spcPts val="40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56864" y="9688068"/>
            <a:ext cx="2144268" cy="512064"/>
            <a:chOff x="0" y="0"/>
            <a:chExt cx="2859024" cy="68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024" cy="682752"/>
            </a:xfrm>
            <a:custGeom>
              <a:avLst/>
              <a:gdLst/>
              <a:ahLst/>
              <a:cxnLst/>
              <a:rect r="r" b="b" t="t" l="l"/>
              <a:pathLst>
                <a:path h="682752" w="2859024">
                  <a:moveTo>
                    <a:pt x="0" y="0"/>
                  </a:moveTo>
                  <a:lnTo>
                    <a:pt x="2859024" y="0"/>
                  </a:lnTo>
                  <a:lnTo>
                    <a:pt x="2859024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2" t="0" r="-117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28348" y="141732"/>
            <a:ext cx="6057900" cy="996696"/>
            <a:chOff x="0" y="0"/>
            <a:chExt cx="8077200" cy="1328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77200" cy="1328928"/>
            </a:xfrm>
            <a:custGeom>
              <a:avLst/>
              <a:gdLst/>
              <a:ahLst/>
              <a:cxnLst/>
              <a:rect r="r" b="b" t="t" l="l"/>
              <a:pathLst>
                <a:path h="1328928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328928"/>
                  </a:lnTo>
                  <a:lnTo>
                    <a:pt x="0" y="132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1" t="0" r="-43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82912" y="45720"/>
            <a:ext cx="2052828" cy="1207008"/>
            <a:chOff x="0" y="0"/>
            <a:chExt cx="2737104" cy="1609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7104" cy="1609344"/>
            </a:xfrm>
            <a:custGeom>
              <a:avLst/>
              <a:gdLst/>
              <a:ahLst/>
              <a:cxnLst/>
              <a:rect r="r" b="b" t="t" l="l"/>
              <a:pathLst>
                <a:path h="1609344" w="2737104">
                  <a:moveTo>
                    <a:pt x="0" y="0"/>
                  </a:moveTo>
                  <a:lnTo>
                    <a:pt x="2737104" y="0"/>
                  </a:lnTo>
                  <a:lnTo>
                    <a:pt x="273710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52" r="0" b="-18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86" y="1275588"/>
            <a:ext cx="18285714" cy="86868"/>
            <a:chOff x="0" y="0"/>
            <a:chExt cx="24380952" cy="115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0952" cy="115824"/>
            </a:xfrm>
            <a:custGeom>
              <a:avLst/>
              <a:gdLst/>
              <a:ahLst/>
              <a:cxnLst/>
              <a:rect r="r" b="b" t="t" l="l"/>
              <a:pathLst>
                <a:path h="115824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15824"/>
                  </a:lnTo>
                  <a:lnTo>
                    <a:pt x="0" y="115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13" r="0" b="-482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67660" y="9363437"/>
            <a:ext cx="2719959" cy="923249"/>
            <a:chOff x="0" y="0"/>
            <a:chExt cx="3626612" cy="12309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26612" cy="1231011"/>
            </a:xfrm>
            <a:custGeom>
              <a:avLst/>
              <a:gdLst/>
              <a:ahLst/>
              <a:cxnLst/>
              <a:rect r="r" b="b" t="t" l="l"/>
              <a:pathLst>
                <a:path h="1231011" w="3626612">
                  <a:moveTo>
                    <a:pt x="0" y="0"/>
                  </a:moveTo>
                  <a:lnTo>
                    <a:pt x="3626612" y="0"/>
                  </a:lnTo>
                  <a:lnTo>
                    <a:pt x="3626612" y="1231011"/>
                  </a:lnTo>
                  <a:lnTo>
                    <a:pt x="0" y="123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61" t="0" r="-561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0752" y="-139017"/>
            <a:ext cx="3787559" cy="108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1"/>
              </a:lnSpc>
            </a:pPr>
            <a:r>
              <a:rPr lang="en-US" sz="4971">
                <a:solidFill>
                  <a:srgbClr val="002060"/>
                </a:solidFill>
                <a:latin typeface="Tahoma"/>
                <a:ea typeface="Tahoma"/>
                <a:cs typeface="Tahoma"/>
                <a:sym typeface="Tahoma"/>
              </a:rPr>
              <a:t>Referências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60" y="-79029"/>
            <a:ext cx="97231" cy="63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752" y="1891579"/>
            <a:ext cx="16138246" cy="712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CONTROLE.NET.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que é Lubuntu? Disponível em: </a:t>
            </a:r>
            <a:r>
              <a:rPr lang="en-US" sz="30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8" tooltip="https://www.controle.net/faq/o-que-e-lubuntu?utm_source=chatgpt.com"/>
              </a:rPr>
              <a:t>https://www.controle.net/faq/o-que-e-lubuntu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13 set. 2026.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LUBUNTU.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Lubuntu Manual: Installation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</a:t>
            </a:r>
            <a:r>
              <a:rPr lang="en-US" sz="30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s://manual.lubuntu.me/stable/1/1.3/installation.html?utm_source=chatgpt.com"/>
              </a:rPr>
              <a:t>Lubuntu Manual – Installation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13 set. 2026.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STORCENTER.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 que é Lubuntu?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 </a:t>
            </a:r>
            <a:r>
              <a:rPr lang="en-US" sz="30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0" tooltip="https://www.storcenter.com.br/post/o-que-e-lubuntu?utm_source=chatgpt.com"/>
              </a:rPr>
              <a:t>Storcenter – O que é Lubuntu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13 set. 2026.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UBUNTU.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Installation from USB stick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</a:t>
            </a:r>
            <a:r>
              <a:rPr lang="en-US" sz="30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1" tooltip="https://help.ubuntu.com/community/Installation/FromUSBStick?utm_source=chatgpt.com"/>
              </a:rPr>
              <a:t>Ubuntu – Installation from USB stick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13 set. 2026.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YOUTUBE.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Vídeo sobre instalação do Lubuntu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</a:t>
            </a:r>
            <a:r>
              <a:rPr lang="en-US" sz="30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2" tooltip="https://www.youtube.com/watch?v=643iuf37tO8&amp;utm_source=chatgpt.com"/>
              </a:rPr>
              <a:t>YouTube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13 set. 2026.</a:t>
            </a:r>
          </a:p>
          <a:p>
            <a:pPr algn="l">
              <a:lnSpc>
                <a:spcPts val="5018"/>
              </a:lnSpc>
            </a:pPr>
            <a:r>
              <a:rPr lang="en-US" sz="298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DAHVG5Z7qo0</dc:identifier>
  <dcterms:modified xsi:type="dcterms:W3CDTF">2011-08-01T06:04:30Z</dcterms:modified>
  <cp:revision>1</cp:revision>
  <dc:title>apresentação .pptx</dc:title>
</cp:coreProperties>
</file>